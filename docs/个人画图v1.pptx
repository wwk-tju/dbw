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0" r:id="rId3"/>
    <p:sldId id="258" r:id="rId4"/>
    <p:sldId id="261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69" autoAdjust="0"/>
    <p:restoredTop sz="94660"/>
  </p:normalViewPr>
  <p:slideViewPr>
    <p:cSldViewPr snapToGrid="0">
      <p:cViewPr varScale="1">
        <p:scale>
          <a:sx n="76" d="100"/>
          <a:sy n="76" d="100"/>
        </p:scale>
        <p:origin x="126" y="19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08BF43-E560-AE2D-1D94-C5FE4EFD36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802E7A4-E12C-4EA3-6096-7A7E600847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D799E3F-B0E8-A7C3-489E-C46903A52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1BA26-CDE8-4163-9B5F-D10DBEAFDC43}" type="datetimeFigureOut">
              <a:rPr lang="zh-CN" altLang="en-US" smtClean="0"/>
              <a:t>2025/12/22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45C5C34-DB46-A796-1A12-A8A1A2B58F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7798A90-3B67-75B9-0D51-2FDF7B25D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38583-7330-45C4-911D-66257294E1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89152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DCD367-C4F2-2BE5-AB6C-C84D44BBA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1B277AA-CACB-9A01-EDEE-50F76D31B7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6D8AA20-8D06-CE69-1B25-62B1961592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1BA26-CDE8-4163-9B5F-D10DBEAFDC43}" type="datetimeFigureOut">
              <a:rPr lang="zh-CN" altLang="en-US" smtClean="0"/>
              <a:t>2025/12/22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2443F74-8507-94B3-156F-E6E9B14CF9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9C0872A-71EE-7D6A-F8CE-539C1E3AC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38583-7330-45C4-911D-66257294E1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7176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33C666-AF27-AE02-C30F-E81BEDB3A7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45A8AA4-7B02-269B-1144-B27E85D7DB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F3B90C1-65AA-925C-FA77-24C509AD8F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1BA26-CDE8-4163-9B5F-D10DBEAFDC43}" type="datetimeFigureOut">
              <a:rPr lang="zh-CN" altLang="en-US" smtClean="0"/>
              <a:t>2025/12/22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3A05DE1-4AC1-3DF4-91FF-966C59015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5E88B4C-FC5B-B895-C396-E35504334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38583-7330-45C4-911D-66257294E1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0083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1217F5-364E-B7A9-3611-3A2AB17C26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48F75D9-EFAA-BC7B-414E-A2714AC013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6C0DE91-44CD-3C58-2966-D4CD836510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5EC5A5D-C881-BD01-51E9-7C793F1E5C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1BA26-CDE8-4163-9B5F-D10DBEAFDC43}" type="datetimeFigureOut">
              <a:rPr lang="zh-CN" altLang="en-US" smtClean="0"/>
              <a:t>2025/12/22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37D82D6-5311-D297-C07A-C045477F5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3306A22-7053-21EC-E554-524587930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38583-7330-45C4-911D-66257294E1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58958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B3DD5E-D95D-0318-E1C2-9C1C3097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661C9BF-2A9A-B19E-1AFF-BD9C3CEE08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77ACD22-50C6-B1D0-FF20-07B1C9D8F7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55283FE-B06F-7641-53F9-DDE6929D5D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DEC29F7-1684-4FC5-C09C-CCB15CBC3B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2A8C092-160A-3116-4FD8-E0762A7773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1BA26-CDE8-4163-9B5F-D10DBEAFDC43}" type="datetimeFigureOut">
              <a:rPr lang="zh-CN" altLang="en-US" smtClean="0"/>
              <a:t>2025/12/22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B45A0F9-4CFD-88F8-9FE9-F345720BF4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4278843-D75E-CEB5-55B1-763753757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38583-7330-45C4-911D-66257294E1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95339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9AD10D-8223-EA58-25C4-DA3EEB07D0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4778AAF-7482-6004-DCCE-246C036A20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1BA26-CDE8-4163-9B5F-D10DBEAFDC43}" type="datetimeFigureOut">
              <a:rPr lang="zh-CN" altLang="en-US" smtClean="0"/>
              <a:t>2025/12/22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54D70EC-FBF7-BEED-F66E-E039CE27C9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DFA4C75-0814-77E9-5FED-57A505F7B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38583-7330-45C4-911D-66257294E1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28522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9959962-346B-A630-4826-AFA0F39227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1BA26-CDE8-4163-9B5F-D10DBEAFDC43}" type="datetimeFigureOut">
              <a:rPr lang="zh-CN" altLang="en-US" smtClean="0"/>
              <a:t>2025/12/22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0A90F6A-8A31-E0EB-6EEE-2533987F17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F469F8D-F403-2678-8C22-F4D7ECAF1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38583-7330-45C4-911D-66257294E1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6529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58C841-BCFA-AA09-4587-76DAE7455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A8E5E7-9761-15DC-CFF4-E582B30E37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4269873-D2F1-DA8A-9715-C24CCE1CF0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D6FD626-5C80-0549-04DB-C771BC7F1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1BA26-CDE8-4163-9B5F-D10DBEAFDC43}" type="datetimeFigureOut">
              <a:rPr lang="zh-CN" altLang="en-US" smtClean="0"/>
              <a:t>2025/12/22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9BC1F81-EF34-691F-C4E4-C1EF72E48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91F8F27-ADEF-A96D-DF81-5544D7D968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38583-7330-45C4-911D-66257294E1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42317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EEC146-CCA6-FC0E-0BAA-6173A82EA1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051C494-C03B-89B0-CA0D-8B9D27BE516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B51AA96-A50B-0483-201D-87D0AF77FB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4AE8BD0-3BCD-8195-0EE4-A40ED9A6F3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1BA26-CDE8-4163-9B5F-D10DBEAFDC43}" type="datetimeFigureOut">
              <a:rPr lang="zh-CN" altLang="en-US" smtClean="0"/>
              <a:t>2025/12/22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A8EF41F-F1E2-BA3B-41CC-1485300900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CDF4749-571B-3DDE-4D90-68855B80D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38583-7330-45C4-911D-66257294E1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46686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66A3F8-458F-01DA-F41F-00F5BB6411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43A16D4-C9A3-EC29-7195-600F53E734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B3315D9-8188-F925-B82D-3647911FD1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1BA26-CDE8-4163-9B5F-D10DBEAFDC43}" type="datetimeFigureOut">
              <a:rPr lang="zh-CN" altLang="en-US" smtClean="0"/>
              <a:t>2025/12/22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6A1CF24-B780-838B-B696-11872455A4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761F2FB-0FED-B59C-8B6B-C8112962F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38583-7330-45C4-911D-66257294E1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32229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6E600DA-5300-DFD1-D362-5A26BE2097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FA830DD-D167-676D-A29D-6BA7530115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C5B88AA-E143-6CCA-DEE7-EBED8AE0A9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1BA26-CDE8-4163-9B5F-D10DBEAFDC43}" type="datetimeFigureOut">
              <a:rPr lang="zh-CN" altLang="en-US" smtClean="0"/>
              <a:t>2025/12/22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5541C05-D046-CFD5-4BB3-CCF61003E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F11320C-BE34-3B47-AA23-39C25163B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38583-7330-45C4-911D-66257294E1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93776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C898136-8BF2-C17D-12F2-8C4EC7C2DD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7D414B1-4B48-0B31-651F-E03503575C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5525E0F-57AD-FBF6-FE91-12C72A2C89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01BA26-CDE8-4163-9B5F-D10DBEAFDC43}" type="datetimeFigureOut">
              <a:rPr lang="zh-CN" altLang="en-US" smtClean="0"/>
              <a:t>2025/12/22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A8F7E4A-03E6-7F92-ACD5-2EF3F71532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081BAC4-6F6A-5C26-D44D-F3EDB81B13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D38583-7330-45C4-911D-66257294E1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31595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3A6BDCDB-B72C-D4A4-C793-29FB816AB6B0}"/>
              </a:ext>
            </a:extLst>
          </p:cNvPr>
          <p:cNvSpPr/>
          <p:nvPr/>
        </p:nvSpPr>
        <p:spPr>
          <a:xfrm>
            <a:off x="1003300" y="698500"/>
            <a:ext cx="10553700" cy="55245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D0A3CBD-E7EF-81F3-96B1-B0F207141CDB}"/>
              </a:ext>
            </a:extLst>
          </p:cNvPr>
          <p:cNvSpPr txBox="1"/>
          <p:nvPr/>
        </p:nvSpPr>
        <p:spPr>
          <a:xfrm>
            <a:off x="1219200" y="958334"/>
            <a:ext cx="5308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GMF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面向关系数据的自动化属性图构建系统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11EA04A8-0BFD-37D2-77A4-11E3816E110A}"/>
              </a:ext>
            </a:extLst>
          </p:cNvPr>
          <p:cNvCxnSpPr/>
          <p:nvPr/>
        </p:nvCxnSpPr>
        <p:spPr>
          <a:xfrm>
            <a:off x="1193800" y="1638300"/>
            <a:ext cx="98806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2AFBEEB2-89C6-BC3A-A638-0E32E0244185}"/>
              </a:ext>
            </a:extLst>
          </p:cNvPr>
          <p:cNvCxnSpPr/>
          <p:nvPr/>
        </p:nvCxnSpPr>
        <p:spPr>
          <a:xfrm>
            <a:off x="1219200" y="2565400"/>
            <a:ext cx="98806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BB7970BC-865B-7969-831D-331D764A4B7A}"/>
              </a:ext>
            </a:extLst>
          </p:cNvPr>
          <p:cNvSpPr txBox="1"/>
          <p:nvPr/>
        </p:nvSpPr>
        <p:spPr>
          <a:xfrm>
            <a:off x="1435100" y="1885433"/>
            <a:ext cx="1447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数据管理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73AC292-2CE3-BC10-D669-B0830F996E02}"/>
              </a:ext>
            </a:extLst>
          </p:cNvPr>
          <p:cNvSpPr txBox="1"/>
          <p:nvPr/>
        </p:nvSpPr>
        <p:spPr>
          <a:xfrm>
            <a:off x="3867150" y="1885433"/>
            <a:ext cx="1447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本体生成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DF0D86D-D946-1057-1E63-A7C5158B3B0C}"/>
              </a:ext>
            </a:extLst>
          </p:cNvPr>
          <p:cNvSpPr txBox="1"/>
          <p:nvPr/>
        </p:nvSpPr>
        <p:spPr>
          <a:xfrm>
            <a:off x="6527800" y="1885433"/>
            <a:ext cx="16129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属性图生成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BCBF135-2F05-09DE-0E0A-A09CCE4C4DE5}"/>
              </a:ext>
            </a:extLst>
          </p:cNvPr>
          <p:cNvSpPr txBox="1"/>
          <p:nvPr/>
        </p:nvSpPr>
        <p:spPr>
          <a:xfrm>
            <a:off x="8915400" y="1901795"/>
            <a:ext cx="16129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属性图补全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9C0753B-740D-9CC6-A968-49EC54C6A1FB}"/>
              </a:ext>
            </a:extLst>
          </p:cNvPr>
          <p:cNvSpPr/>
          <p:nvPr/>
        </p:nvSpPr>
        <p:spPr>
          <a:xfrm>
            <a:off x="1219200" y="2828896"/>
            <a:ext cx="3454400" cy="31781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03A8BC4-78B7-8428-68C6-D2B8BEB53AA7}"/>
              </a:ext>
            </a:extLst>
          </p:cNvPr>
          <p:cNvSpPr/>
          <p:nvPr/>
        </p:nvSpPr>
        <p:spPr>
          <a:xfrm>
            <a:off x="4978400" y="2805101"/>
            <a:ext cx="6210300" cy="31781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4DC8F-FB20-3112-7C32-876CD5A2BBBA}"/>
              </a:ext>
            </a:extLst>
          </p:cNvPr>
          <p:cNvSpPr txBox="1"/>
          <p:nvPr/>
        </p:nvSpPr>
        <p:spPr>
          <a:xfrm>
            <a:off x="1435100" y="2974030"/>
            <a:ext cx="1447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数据源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6FB32BA1-52EE-BC78-716B-29F660B132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0550" y="3374140"/>
            <a:ext cx="2171700" cy="1264346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D18D24BD-E92E-B218-A668-2983531B53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0456" y="4638487"/>
            <a:ext cx="2209286" cy="1186038"/>
          </a:xfrm>
          <a:prstGeom prst="rect">
            <a:avLst/>
          </a:prstGeom>
        </p:spPr>
      </p:pic>
      <p:sp>
        <p:nvSpPr>
          <p:cNvPr id="21" name="文本框 20">
            <a:extLst>
              <a:ext uri="{FF2B5EF4-FFF2-40B4-BE49-F238E27FC236}">
                <a16:creationId xmlns:a16="http://schemas.microsoft.com/office/drawing/2014/main" id="{9566ACBD-4488-4FFB-BFDD-FD9CB9DC201B}"/>
              </a:ext>
            </a:extLst>
          </p:cNvPr>
          <p:cNvSpPr txBox="1"/>
          <p:nvPr/>
        </p:nvSpPr>
        <p:spPr>
          <a:xfrm>
            <a:off x="5257800" y="2957728"/>
            <a:ext cx="1447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任务列表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B7D3E655-5923-3437-2AA7-0306F0D119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7225" y="2878840"/>
            <a:ext cx="2695575" cy="495300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A94EA83E-D3A1-4007-DEC7-F07960EAB04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99050" y="3478400"/>
            <a:ext cx="5772151" cy="440983"/>
          </a:xfrm>
          <a:prstGeom prst="rect">
            <a:avLst/>
          </a:prstGeom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27C062E5-07EF-54F9-18C2-5A59A69DC7A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73477" y="4060853"/>
            <a:ext cx="5799323" cy="1763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88857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3A6BDCDB-B72C-D4A4-C793-29FB816AB6B0}"/>
              </a:ext>
            </a:extLst>
          </p:cNvPr>
          <p:cNvSpPr/>
          <p:nvPr/>
        </p:nvSpPr>
        <p:spPr>
          <a:xfrm>
            <a:off x="1003300" y="698500"/>
            <a:ext cx="10553700" cy="55245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D0A3CBD-E7EF-81F3-96B1-B0F207141CDB}"/>
              </a:ext>
            </a:extLst>
          </p:cNvPr>
          <p:cNvSpPr txBox="1"/>
          <p:nvPr/>
        </p:nvSpPr>
        <p:spPr>
          <a:xfrm>
            <a:off x="1219200" y="958334"/>
            <a:ext cx="5308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GMF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面向关系数据的自动化属性图构建系统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11EA04A8-0BFD-37D2-77A4-11E3816E110A}"/>
              </a:ext>
            </a:extLst>
          </p:cNvPr>
          <p:cNvCxnSpPr/>
          <p:nvPr/>
        </p:nvCxnSpPr>
        <p:spPr>
          <a:xfrm>
            <a:off x="1193800" y="1638300"/>
            <a:ext cx="98806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2AFBEEB2-89C6-BC3A-A638-0E32E0244185}"/>
              </a:ext>
            </a:extLst>
          </p:cNvPr>
          <p:cNvCxnSpPr/>
          <p:nvPr/>
        </p:nvCxnSpPr>
        <p:spPr>
          <a:xfrm>
            <a:off x="1219200" y="2565400"/>
            <a:ext cx="98806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BB7970BC-865B-7969-831D-331D764A4B7A}"/>
              </a:ext>
            </a:extLst>
          </p:cNvPr>
          <p:cNvSpPr txBox="1"/>
          <p:nvPr/>
        </p:nvSpPr>
        <p:spPr>
          <a:xfrm>
            <a:off x="1435100" y="1885433"/>
            <a:ext cx="1447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数据管理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73AC292-2CE3-BC10-D669-B0830F996E02}"/>
              </a:ext>
            </a:extLst>
          </p:cNvPr>
          <p:cNvSpPr txBox="1"/>
          <p:nvPr/>
        </p:nvSpPr>
        <p:spPr>
          <a:xfrm>
            <a:off x="3867150" y="1885433"/>
            <a:ext cx="1447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本体生成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DF0D86D-D946-1057-1E63-A7C5158B3B0C}"/>
              </a:ext>
            </a:extLst>
          </p:cNvPr>
          <p:cNvSpPr txBox="1"/>
          <p:nvPr/>
        </p:nvSpPr>
        <p:spPr>
          <a:xfrm>
            <a:off x="6527800" y="1885433"/>
            <a:ext cx="16129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属性图生成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BCBF135-2F05-09DE-0E0A-A09CCE4C4DE5}"/>
              </a:ext>
            </a:extLst>
          </p:cNvPr>
          <p:cNvSpPr txBox="1"/>
          <p:nvPr/>
        </p:nvSpPr>
        <p:spPr>
          <a:xfrm>
            <a:off x="8915400" y="1901795"/>
            <a:ext cx="16129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属性图补全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530FDCB1-47B7-3CDD-8330-5ED1FCE1D99E}"/>
              </a:ext>
            </a:extLst>
          </p:cNvPr>
          <p:cNvCxnSpPr>
            <a:cxnSpLocks/>
          </p:cNvCxnSpPr>
          <p:nvPr/>
        </p:nvCxnSpPr>
        <p:spPr>
          <a:xfrm flipH="1">
            <a:off x="6061786" y="2565400"/>
            <a:ext cx="21514" cy="36576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图片 4">
            <a:extLst>
              <a:ext uri="{FF2B5EF4-FFF2-40B4-BE49-F238E27FC236}">
                <a16:creationId xmlns:a16="http://schemas.microsoft.com/office/drawing/2014/main" id="{586FAFE1-FF66-3730-8D06-331C881FA5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6928" y="2727400"/>
            <a:ext cx="3101808" cy="3301925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DA048CDA-EB91-07F3-8236-A0DAFF4214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7327" y="2578101"/>
            <a:ext cx="4567073" cy="2035176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C3CE133A-4E18-8B19-499B-F4022C1EC0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9119" y="4575177"/>
            <a:ext cx="4895850" cy="1228725"/>
          </a:xfrm>
          <a:prstGeom prst="rect">
            <a:avLst/>
          </a:prstGeom>
        </p:spPr>
      </p:pic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C1BEDC6F-AC6A-7D14-70F6-BB4011FEB930}"/>
              </a:ext>
            </a:extLst>
          </p:cNvPr>
          <p:cNvCxnSpPr>
            <a:cxnSpLocks/>
          </p:cNvCxnSpPr>
          <p:nvPr/>
        </p:nvCxnSpPr>
        <p:spPr>
          <a:xfrm flipV="1">
            <a:off x="2336800" y="2565400"/>
            <a:ext cx="0" cy="35941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文本框 31">
            <a:extLst>
              <a:ext uri="{FF2B5EF4-FFF2-40B4-BE49-F238E27FC236}">
                <a16:creationId xmlns:a16="http://schemas.microsoft.com/office/drawing/2014/main" id="{E7B5C7AD-F35D-A7C5-5CA7-F35882693725}"/>
              </a:ext>
            </a:extLst>
          </p:cNvPr>
          <p:cNvSpPr txBox="1"/>
          <p:nvPr/>
        </p:nvSpPr>
        <p:spPr>
          <a:xfrm>
            <a:off x="1117600" y="2730633"/>
            <a:ext cx="120102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任务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3787869A-9128-01E9-3B18-5B32419922B3}"/>
              </a:ext>
            </a:extLst>
          </p:cNvPr>
          <p:cNvSpPr txBox="1"/>
          <p:nvPr/>
        </p:nvSpPr>
        <p:spPr>
          <a:xfrm>
            <a:off x="3267786" y="5771801"/>
            <a:ext cx="253047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Schema</a:t>
            </a:r>
            <a:r>
              <a:rPr lang="zh-CN" altLang="en-US" sz="20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统计信息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46F378A4-D60D-C54B-C533-7AF14A1887D9}"/>
              </a:ext>
            </a:extLst>
          </p:cNvPr>
          <p:cNvSpPr txBox="1"/>
          <p:nvPr/>
        </p:nvSpPr>
        <p:spPr>
          <a:xfrm>
            <a:off x="7185356" y="5810190"/>
            <a:ext cx="38890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转化后的</a:t>
            </a:r>
            <a:r>
              <a:rPr lang="en-US" altLang="zh-CN" sz="20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ontology</a:t>
            </a:r>
            <a:r>
              <a:rPr lang="zh-CN" altLang="en-US" sz="20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统计信息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5AD6BD70-901C-B698-8DAE-F1D1C936E9D8}"/>
              </a:ext>
            </a:extLst>
          </p:cNvPr>
          <p:cNvCxnSpPr>
            <a:cxnSpLocks/>
          </p:cNvCxnSpPr>
          <p:nvPr/>
        </p:nvCxnSpPr>
        <p:spPr>
          <a:xfrm>
            <a:off x="2336800" y="5771801"/>
            <a:ext cx="926191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29208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6A83F97C-10B9-A7DA-15B6-EFFA7E086756}"/>
              </a:ext>
            </a:extLst>
          </p:cNvPr>
          <p:cNvSpPr/>
          <p:nvPr/>
        </p:nvSpPr>
        <p:spPr>
          <a:xfrm>
            <a:off x="1003300" y="698500"/>
            <a:ext cx="10553700" cy="55245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0E67C516-2A58-22AC-A67D-01FC077ADAD0}"/>
              </a:ext>
            </a:extLst>
          </p:cNvPr>
          <p:cNvCxnSpPr>
            <a:cxnSpLocks/>
            <a:stCxn id="4" idx="0"/>
          </p:cNvCxnSpPr>
          <p:nvPr/>
        </p:nvCxnSpPr>
        <p:spPr>
          <a:xfrm>
            <a:off x="6280150" y="698500"/>
            <a:ext cx="0" cy="55245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图片 8">
            <a:extLst>
              <a:ext uri="{FF2B5EF4-FFF2-40B4-BE49-F238E27FC236}">
                <a16:creationId xmlns:a16="http://schemas.microsoft.com/office/drawing/2014/main" id="{E6A28C32-E9CD-84BF-71BE-EA1DEA5495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9603" y="1480524"/>
            <a:ext cx="3660772" cy="3896951"/>
          </a:xfrm>
          <a:prstGeom prst="rect">
            <a:avLst/>
          </a:prstGeom>
        </p:spPr>
      </p:pic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33B0CDAD-46CA-20A3-82DD-9A5559D9E0AF}"/>
              </a:ext>
            </a:extLst>
          </p:cNvPr>
          <p:cNvCxnSpPr>
            <a:cxnSpLocks/>
          </p:cNvCxnSpPr>
          <p:nvPr/>
        </p:nvCxnSpPr>
        <p:spPr>
          <a:xfrm>
            <a:off x="1003300" y="1206500"/>
            <a:ext cx="527685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341CBCF5-899F-CF21-3103-6BD6644766CF}"/>
              </a:ext>
            </a:extLst>
          </p:cNvPr>
          <p:cNvCxnSpPr>
            <a:cxnSpLocks/>
          </p:cNvCxnSpPr>
          <p:nvPr/>
        </p:nvCxnSpPr>
        <p:spPr>
          <a:xfrm>
            <a:off x="1003300" y="5676900"/>
            <a:ext cx="527685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图片 14">
            <a:extLst>
              <a:ext uri="{FF2B5EF4-FFF2-40B4-BE49-F238E27FC236}">
                <a16:creationId xmlns:a16="http://schemas.microsoft.com/office/drawing/2014/main" id="{B207F841-27AF-BF8E-43DE-D81FB6DE1B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0825" y="1480524"/>
            <a:ext cx="4567073" cy="2035176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746D4EB3-8B72-BB51-21BB-8A7BAD7E8C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0825" y="3597274"/>
            <a:ext cx="4895850" cy="1228725"/>
          </a:xfrm>
          <a:prstGeom prst="rect">
            <a:avLst/>
          </a:prstGeom>
        </p:spPr>
      </p:pic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05217CC1-AC30-BB42-348F-88319967FE2F}"/>
              </a:ext>
            </a:extLst>
          </p:cNvPr>
          <p:cNvCxnSpPr>
            <a:cxnSpLocks/>
          </p:cNvCxnSpPr>
          <p:nvPr/>
        </p:nvCxnSpPr>
        <p:spPr>
          <a:xfrm>
            <a:off x="6245936" y="5676900"/>
            <a:ext cx="527685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A8A9F8FC-4417-2394-356C-145567163AEB}"/>
              </a:ext>
            </a:extLst>
          </p:cNvPr>
          <p:cNvCxnSpPr>
            <a:cxnSpLocks/>
          </p:cNvCxnSpPr>
          <p:nvPr/>
        </p:nvCxnSpPr>
        <p:spPr>
          <a:xfrm>
            <a:off x="6245936" y="1206500"/>
            <a:ext cx="527685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23444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3A6BDCDB-B72C-D4A4-C793-29FB816AB6B0}"/>
              </a:ext>
            </a:extLst>
          </p:cNvPr>
          <p:cNvSpPr/>
          <p:nvPr/>
        </p:nvSpPr>
        <p:spPr>
          <a:xfrm>
            <a:off x="1003300" y="698500"/>
            <a:ext cx="10553700" cy="55245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D0A3CBD-E7EF-81F3-96B1-B0F207141CDB}"/>
              </a:ext>
            </a:extLst>
          </p:cNvPr>
          <p:cNvSpPr txBox="1"/>
          <p:nvPr/>
        </p:nvSpPr>
        <p:spPr>
          <a:xfrm>
            <a:off x="1219200" y="958334"/>
            <a:ext cx="5308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GMF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面向关系数据的自动化属性图构建系统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11EA04A8-0BFD-37D2-77A4-11E3816E110A}"/>
              </a:ext>
            </a:extLst>
          </p:cNvPr>
          <p:cNvCxnSpPr/>
          <p:nvPr/>
        </p:nvCxnSpPr>
        <p:spPr>
          <a:xfrm>
            <a:off x="1193800" y="1638300"/>
            <a:ext cx="98806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2AFBEEB2-89C6-BC3A-A638-0E32E0244185}"/>
              </a:ext>
            </a:extLst>
          </p:cNvPr>
          <p:cNvCxnSpPr/>
          <p:nvPr/>
        </p:nvCxnSpPr>
        <p:spPr>
          <a:xfrm>
            <a:off x="1219200" y="2565400"/>
            <a:ext cx="98806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BB7970BC-865B-7969-831D-331D764A4B7A}"/>
              </a:ext>
            </a:extLst>
          </p:cNvPr>
          <p:cNvSpPr txBox="1"/>
          <p:nvPr/>
        </p:nvSpPr>
        <p:spPr>
          <a:xfrm>
            <a:off x="1435100" y="1885433"/>
            <a:ext cx="1447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数据管理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73AC292-2CE3-BC10-D669-B0830F996E02}"/>
              </a:ext>
            </a:extLst>
          </p:cNvPr>
          <p:cNvSpPr txBox="1"/>
          <p:nvPr/>
        </p:nvSpPr>
        <p:spPr>
          <a:xfrm>
            <a:off x="3867150" y="1885433"/>
            <a:ext cx="1447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本体生成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DF0D86D-D946-1057-1E63-A7C5158B3B0C}"/>
              </a:ext>
            </a:extLst>
          </p:cNvPr>
          <p:cNvSpPr txBox="1"/>
          <p:nvPr/>
        </p:nvSpPr>
        <p:spPr>
          <a:xfrm>
            <a:off x="6527800" y="1885433"/>
            <a:ext cx="16129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属性图生成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BCBF135-2F05-09DE-0E0A-A09CCE4C4DE5}"/>
              </a:ext>
            </a:extLst>
          </p:cNvPr>
          <p:cNvSpPr txBox="1"/>
          <p:nvPr/>
        </p:nvSpPr>
        <p:spPr>
          <a:xfrm>
            <a:off x="8915400" y="1901795"/>
            <a:ext cx="16129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属性图补全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530FDCB1-47B7-3CDD-8330-5ED1FCE1D99E}"/>
              </a:ext>
            </a:extLst>
          </p:cNvPr>
          <p:cNvCxnSpPr>
            <a:cxnSpLocks/>
          </p:cNvCxnSpPr>
          <p:nvPr/>
        </p:nvCxnSpPr>
        <p:spPr>
          <a:xfrm flipH="1">
            <a:off x="6061786" y="2565400"/>
            <a:ext cx="21514" cy="36576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C1BEDC6F-AC6A-7D14-70F6-BB4011FEB930}"/>
              </a:ext>
            </a:extLst>
          </p:cNvPr>
          <p:cNvCxnSpPr>
            <a:cxnSpLocks/>
          </p:cNvCxnSpPr>
          <p:nvPr/>
        </p:nvCxnSpPr>
        <p:spPr>
          <a:xfrm flipV="1">
            <a:off x="2336800" y="2565400"/>
            <a:ext cx="0" cy="35941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文本框 31">
            <a:extLst>
              <a:ext uri="{FF2B5EF4-FFF2-40B4-BE49-F238E27FC236}">
                <a16:creationId xmlns:a16="http://schemas.microsoft.com/office/drawing/2014/main" id="{E7B5C7AD-F35D-A7C5-5CA7-F35882693725}"/>
              </a:ext>
            </a:extLst>
          </p:cNvPr>
          <p:cNvSpPr txBox="1"/>
          <p:nvPr/>
        </p:nvSpPr>
        <p:spPr>
          <a:xfrm>
            <a:off x="1117600" y="2730633"/>
            <a:ext cx="120102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任务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3787869A-9128-01E9-3B18-5B32419922B3}"/>
              </a:ext>
            </a:extLst>
          </p:cNvPr>
          <p:cNvSpPr txBox="1"/>
          <p:nvPr/>
        </p:nvSpPr>
        <p:spPr>
          <a:xfrm>
            <a:off x="3267786" y="5771801"/>
            <a:ext cx="253047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关系数据统计信息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46F378A4-D60D-C54B-C533-7AF14A1887D9}"/>
              </a:ext>
            </a:extLst>
          </p:cNvPr>
          <p:cNvSpPr txBox="1"/>
          <p:nvPr/>
        </p:nvSpPr>
        <p:spPr>
          <a:xfrm>
            <a:off x="7185356" y="5810190"/>
            <a:ext cx="38890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转化后的属性图统计信息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5AD6BD70-901C-B698-8DAE-F1D1C936E9D8}"/>
              </a:ext>
            </a:extLst>
          </p:cNvPr>
          <p:cNvCxnSpPr>
            <a:cxnSpLocks/>
          </p:cNvCxnSpPr>
          <p:nvPr/>
        </p:nvCxnSpPr>
        <p:spPr>
          <a:xfrm>
            <a:off x="2336800" y="5771801"/>
            <a:ext cx="926191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图片 6">
            <a:extLst>
              <a:ext uri="{FF2B5EF4-FFF2-40B4-BE49-F238E27FC236}">
                <a16:creationId xmlns:a16="http://schemas.microsoft.com/office/drawing/2014/main" id="{E0AD01FA-86C2-6E54-44D0-F2C56B551F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2620" y="2681149"/>
            <a:ext cx="3186113" cy="3039563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2E5C5970-3F6C-85A6-BCEB-AAAA897B1C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5356" y="2876056"/>
            <a:ext cx="3060700" cy="2552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2711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202</TotalTime>
  <Words>85</Words>
  <Application>Microsoft Office PowerPoint</Application>
  <PresentationFormat>宽屏</PresentationFormat>
  <Paragraphs>23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9" baseType="lpstr">
      <vt:lpstr>等线</vt:lpstr>
      <vt:lpstr>等线 Light</vt:lpstr>
      <vt:lpstr>微软雅黑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bowen dong</dc:creator>
  <cp:lastModifiedBy>bowen dong</cp:lastModifiedBy>
  <cp:revision>1</cp:revision>
  <dcterms:created xsi:type="dcterms:W3CDTF">2025-12-22T03:38:04Z</dcterms:created>
  <dcterms:modified xsi:type="dcterms:W3CDTF">2025-12-22T07:00:36Z</dcterms:modified>
</cp:coreProperties>
</file>